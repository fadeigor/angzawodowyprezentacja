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0" r:id="rId8"/>
    <p:sldId id="265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2844" y="20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592CF9-6A52-759C-B765-92D5696D3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66F1DD7-5560-41A2-343D-DCEC5B19D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545EEF-DA04-8E38-B657-F088D772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A01E835-3E27-4FE3-82D4-3C88284E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420AFB-B96F-DD23-AD64-7DA74870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359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6DB02F-4172-5A62-DA31-5EAB704F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B2F899-7CAE-9879-D8AE-E0964D1EB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99ADC1-DA94-62A6-819E-CF7F8252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E9EB95-5A12-2A9E-7168-25216E2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884652-16AA-BFA1-0F51-FCFE026A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155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E268C0-8EDE-1107-42F2-C5D61714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5B13189-2205-B2BC-6B9C-6A606B98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C4A55A-9804-D422-9EE0-115BF66D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2BD15D-78DD-F305-CC06-367195EC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C4251A-2F30-3571-6A28-0BDADEA4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767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8F95F2-7AAC-3822-E0F7-E3B6F58D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541C35-21C2-8393-27EE-B3DCC7D2E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00988AE-F7C5-F4A0-2F6E-A3069856A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DC81434-C712-C44D-4D8B-80ECD2D4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36CA7C-5EBD-6F80-442C-9D7B844E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FC5DE03-4400-D358-D59C-F13FBFC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8290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E572CA-0151-54EC-6C61-118AC086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81336A5-74E3-A47F-5C9A-B574B6EBC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93F2197-F701-FEA9-A97B-FCDF0C269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D66B3E8-AA9F-5879-0C8E-32CB5F33C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B2075CE-DF38-E993-85B9-BF124CEB1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D2C11DE-430C-FE7D-9AD9-EC6B98B3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87A4CAB-A253-77E3-FC7C-E7000935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5101D48-48B3-3457-A2B6-D6203DCC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650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8C4DF-C977-C46B-5D3C-C1259208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C2C3B62-C0F0-4C51-AA12-0BC34D86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D675FBC-49C1-C2DA-7BE9-937E3CBB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383AF99-5EF0-2F2D-3DA2-58EFFAFA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950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EE5191E-938D-4C5D-CF95-BA1A5B55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A90EE82-E250-6870-46C0-6A9648DF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76BC68F-6776-EA59-E582-7178D696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920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57F61D-D26C-363C-D816-4842FA47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5D1A152-5CE0-2F30-28D5-52A4A5DB8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842F5C0-7A7F-E16A-E9BF-6D9B6A31C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4D0C95-807D-E150-6111-81847C4F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AAF46DD-3842-955E-B468-13C17E8C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900598F-C527-B184-2987-A1E614D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609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64790D-3B65-5756-59EA-0B5E585C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142F2069-3A48-1599-1A0D-4CDC15D0B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A06C991-1B67-86DF-D1A5-1A0401BA8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CCCC9ED-FB46-3AE8-02A7-5E7FC27F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C4EF654-A0D3-785A-D774-D3A0E160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33ACEA8-7503-EAAB-CB47-60D84040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379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F98AF8-AEE1-4A00-1659-722FDE8A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69038A2-5CB4-B6F1-CEAD-52126D7D7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C8C428-79EF-C303-89B6-9BCDCE1E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24655D8-2639-A3B7-38FD-04DB3EB1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C9CF189-CCD2-ADFF-FC1E-5A9CE897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517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C54B6E7-F2BB-FD06-A1ED-9F0DC2FE6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5CB6B86-8532-A9B1-2489-510A5053B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050C89-591C-A077-33CF-D2016701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D5A9DCE-0730-5EE2-73F9-007FD4FCB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D8D047F-6CD2-BB46-4223-83D24D74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662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E3E6A51-8878-8785-312E-3F2DDBA2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E320E9B-A207-1A68-EE3F-79D8DFF54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B4404F-0F38-21BB-DD2C-8C51F0607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C44C-225F-4F7F-8682-9ACAF70B642A}" type="datetimeFigureOut">
              <a:rPr lang="pl-PL" smtClean="0"/>
              <a:t>26.11.2025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E38A90-C628-F86C-1934-348499C59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4FE34B9-1DB7-D225-927C-E3E5A838D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7E249-A9BA-4A8E-B584-12EA46411B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062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81E0822C-0112-AA2A-9BD1-DA25537D2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92" y="-2822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ytuł 1">
            <a:extLst>
              <a:ext uri="{FF2B5EF4-FFF2-40B4-BE49-F238E27FC236}">
                <a16:creationId xmlns:a16="http://schemas.microsoft.com/office/drawing/2014/main" id="{15BD9775-7814-6378-CFFD-1CD2DE91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92" y="2764807"/>
            <a:ext cx="12186987" cy="1325563"/>
          </a:xfrm>
        </p:spPr>
        <p:txBody>
          <a:bodyPr>
            <a:noAutofit/>
          </a:bodyPr>
          <a:lstStyle/>
          <a:p>
            <a:pPr algn="ctr"/>
            <a:r>
              <a:rPr lang="pl-PL" sz="7500" dirty="0" err="1">
                <a:solidFill>
                  <a:schemeClr val="bg2"/>
                </a:solidFill>
              </a:rPr>
              <a:t>Why</a:t>
            </a:r>
            <a:r>
              <a:rPr lang="pl-PL" sz="7500" dirty="0">
                <a:solidFill>
                  <a:schemeClr val="bg2"/>
                </a:solidFill>
              </a:rPr>
              <a:t> </a:t>
            </a:r>
            <a:r>
              <a:rPr lang="pl-PL" sz="7500" dirty="0" err="1">
                <a:solidFill>
                  <a:schemeClr val="bg2"/>
                </a:solidFill>
              </a:rPr>
              <a:t>piracy</a:t>
            </a:r>
            <a:r>
              <a:rPr lang="pl-PL" sz="7500" dirty="0">
                <a:solidFill>
                  <a:schemeClr val="bg2"/>
                </a:solidFill>
              </a:rPr>
              <a:t> </a:t>
            </a:r>
            <a:r>
              <a:rPr lang="pl-PL" sz="7500" dirty="0" err="1">
                <a:solidFill>
                  <a:schemeClr val="bg2"/>
                </a:solidFill>
              </a:rPr>
              <a:t>is</a:t>
            </a:r>
            <a:r>
              <a:rPr lang="pl-PL" sz="7500" dirty="0">
                <a:solidFill>
                  <a:schemeClr val="bg2"/>
                </a:solidFill>
              </a:rPr>
              <a:t> </a:t>
            </a:r>
            <a:r>
              <a:rPr lang="pl-PL" sz="7500" dirty="0" err="1">
                <a:solidFill>
                  <a:schemeClr val="bg2"/>
                </a:solidFill>
              </a:rPr>
              <a:t>getting</a:t>
            </a:r>
            <a:r>
              <a:rPr lang="pl-PL" sz="7500" dirty="0">
                <a:solidFill>
                  <a:schemeClr val="bg2"/>
                </a:solidFill>
              </a:rPr>
              <a:t> popular?</a:t>
            </a:r>
            <a:br>
              <a:rPr lang="pl-PL" sz="7500" dirty="0">
                <a:solidFill>
                  <a:schemeClr val="bg2"/>
                </a:solidFill>
              </a:rPr>
            </a:br>
            <a:r>
              <a:rPr lang="pl-PL" sz="7500" dirty="0">
                <a:solidFill>
                  <a:schemeClr val="bg2"/>
                </a:solidFill>
              </a:rPr>
              <a:t>(</a:t>
            </a:r>
            <a:r>
              <a:rPr lang="pl-PL" sz="7500" dirty="0" err="1">
                <a:solidFill>
                  <a:schemeClr val="bg2"/>
                </a:solidFill>
              </a:rPr>
              <a:t>again</a:t>
            </a:r>
            <a:r>
              <a:rPr lang="pl-PL" sz="7500" dirty="0">
                <a:solidFill>
                  <a:schemeClr val="bg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514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BEC5-72AB-BAF2-C798-D22AA4BA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6C1D7E59-68E9-53FF-0E45-8F42D2991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76AD2431-4515-E0BD-DEBD-E5A96218103B}"/>
              </a:ext>
            </a:extLst>
          </p:cNvPr>
          <p:cNvSpPr/>
          <p:nvPr/>
        </p:nvSpPr>
        <p:spPr>
          <a:xfrm>
            <a:off x="-1902753" y="2741665"/>
            <a:ext cx="3805506" cy="2288046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E97CB76-1318-5E50-5FDE-4B3B19993603}"/>
              </a:ext>
            </a:extLst>
          </p:cNvPr>
          <p:cNvSpPr/>
          <p:nvPr/>
        </p:nvSpPr>
        <p:spPr>
          <a:xfrm>
            <a:off x="2243084" y="1112450"/>
            <a:ext cx="7705829" cy="46331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C064C961-C77F-4243-2029-696289B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26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pl-PL" sz="6000" dirty="0" err="1">
                <a:solidFill>
                  <a:schemeClr val="bg2"/>
                </a:solidFill>
              </a:rPr>
              <a:t>What</a:t>
            </a:r>
            <a:r>
              <a:rPr lang="pl-PL" sz="6000" dirty="0">
                <a:solidFill>
                  <a:schemeClr val="bg2"/>
                </a:solidFill>
              </a:rPr>
              <a:t> </a:t>
            </a:r>
            <a:r>
              <a:rPr lang="pl-PL" sz="6000" dirty="0" err="1">
                <a:solidFill>
                  <a:schemeClr val="bg2"/>
                </a:solidFill>
              </a:rPr>
              <a:t>is</a:t>
            </a:r>
            <a:r>
              <a:rPr lang="pl-PL" sz="6000" dirty="0">
                <a:solidFill>
                  <a:schemeClr val="bg2"/>
                </a:solidFill>
              </a:rPr>
              <a:t> </a:t>
            </a:r>
            <a:r>
              <a:rPr lang="pl-PL" sz="6000" dirty="0" err="1">
                <a:solidFill>
                  <a:schemeClr val="bg2"/>
                </a:solidFill>
              </a:rPr>
              <a:t>piracy</a:t>
            </a:r>
            <a:r>
              <a:rPr lang="pl-PL" sz="6000" dirty="0">
                <a:solidFill>
                  <a:schemeClr val="bg2"/>
                </a:solidFill>
              </a:rPr>
              <a:t>?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77F3DD3-7C40-2B43-11C9-F8EF0ABBD394}"/>
              </a:ext>
            </a:extLst>
          </p:cNvPr>
          <p:cNvSpPr/>
          <p:nvPr/>
        </p:nvSpPr>
        <p:spPr>
          <a:xfrm>
            <a:off x="-6428492" y="2741665"/>
            <a:ext cx="3805506" cy="2288046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62F9DAE2-E83B-58F4-9B8A-639FC97B61F6}"/>
              </a:ext>
            </a:extLst>
          </p:cNvPr>
          <p:cNvSpPr/>
          <p:nvPr/>
        </p:nvSpPr>
        <p:spPr>
          <a:xfrm>
            <a:off x="-15551599" y="2741665"/>
            <a:ext cx="3805506" cy="2288046"/>
          </a:xfrm>
          <a:prstGeom prst="roundRect">
            <a:avLst/>
          </a:prstGeom>
          <a:blipFill dpi="0" rotWithShape="1">
            <a:blip r:embed="rId6"/>
            <a:srcRect/>
            <a:tile tx="-89535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9E8A43E-6C97-0C00-4DCF-4D89E925D9A9}"/>
              </a:ext>
            </a:extLst>
          </p:cNvPr>
          <p:cNvSpPr/>
          <p:nvPr/>
        </p:nvSpPr>
        <p:spPr>
          <a:xfrm>
            <a:off x="-10928213" y="2741665"/>
            <a:ext cx="3805506" cy="2288046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C6ACA2EB-B630-6ADD-84BF-045BE0FE81CF}"/>
              </a:ext>
            </a:extLst>
          </p:cNvPr>
          <p:cNvSpPr/>
          <p:nvPr/>
        </p:nvSpPr>
        <p:spPr>
          <a:xfrm>
            <a:off x="10284233" y="2741665"/>
            <a:ext cx="3805506" cy="2288046"/>
          </a:xfrm>
          <a:prstGeom prst="roundRect">
            <a:avLst/>
          </a:prstGeom>
          <a:blipFill dpi="0" rotWithShape="1">
            <a:blip r:embed="rId6"/>
            <a:srcRect/>
            <a:tile tx="-89535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820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DBB2-AEAD-7430-2D7E-0F655A63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D31CDD80-A546-CE2B-31D8-AC4FB1ACC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9A28A1B2-9A67-D972-46B1-447B6F69B92A}"/>
              </a:ext>
            </a:extLst>
          </p:cNvPr>
          <p:cNvSpPr/>
          <p:nvPr/>
        </p:nvSpPr>
        <p:spPr>
          <a:xfrm>
            <a:off x="2243085" y="1569138"/>
            <a:ext cx="7705828" cy="4633100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5FD7F979-7C93-9387-0BE9-7865913536F8}"/>
              </a:ext>
            </a:extLst>
          </p:cNvPr>
          <p:cNvSpPr/>
          <p:nvPr/>
        </p:nvSpPr>
        <p:spPr>
          <a:xfrm>
            <a:off x="10289247" y="2741665"/>
            <a:ext cx="3805506" cy="2288046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3D662E1F-DCA0-6DE9-EFD6-CA2AC037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9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l-PL" sz="6000" dirty="0">
                <a:solidFill>
                  <a:schemeClr val="bg2"/>
                </a:solidFill>
              </a:rPr>
              <a:t>Movies &amp; TV </a:t>
            </a:r>
            <a:r>
              <a:rPr lang="pl-PL" sz="6000" dirty="0" err="1">
                <a:solidFill>
                  <a:schemeClr val="bg2"/>
                </a:solidFill>
              </a:rPr>
              <a:t>piracy</a:t>
            </a:r>
            <a:endParaRPr lang="pl-PL" sz="6000" dirty="0">
              <a:solidFill>
                <a:schemeClr val="bg2"/>
              </a:solidFill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331F590-6D05-2B27-6ED2-3420C27CC5AE}"/>
              </a:ext>
            </a:extLst>
          </p:cNvPr>
          <p:cNvSpPr/>
          <p:nvPr/>
        </p:nvSpPr>
        <p:spPr>
          <a:xfrm>
            <a:off x="-1902755" y="2741665"/>
            <a:ext cx="3805506" cy="2288046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F1432AE4-AE2D-90F6-3341-811189E5B229}"/>
              </a:ext>
            </a:extLst>
          </p:cNvPr>
          <p:cNvSpPr/>
          <p:nvPr/>
        </p:nvSpPr>
        <p:spPr>
          <a:xfrm>
            <a:off x="-10910754" y="2741665"/>
            <a:ext cx="3805506" cy="2288046"/>
          </a:xfrm>
          <a:prstGeom prst="roundRect">
            <a:avLst/>
          </a:prstGeom>
          <a:blipFill dpi="0" rotWithShape="1">
            <a:blip r:embed="rId6"/>
            <a:srcRect/>
            <a:tile tx="-89535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1168B00-4338-89CA-BFC4-D49F59C279E2}"/>
              </a:ext>
            </a:extLst>
          </p:cNvPr>
          <p:cNvSpPr/>
          <p:nvPr/>
        </p:nvSpPr>
        <p:spPr>
          <a:xfrm>
            <a:off x="-6287368" y="2741665"/>
            <a:ext cx="3805506" cy="2288046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E847DF0-203A-F637-6356-583DA27B0F48}"/>
              </a:ext>
            </a:extLst>
          </p:cNvPr>
          <p:cNvSpPr/>
          <p:nvPr/>
        </p:nvSpPr>
        <p:spPr>
          <a:xfrm>
            <a:off x="14646683" y="2741665"/>
            <a:ext cx="3805506" cy="2288046"/>
          </a:xfrm>
          <a:prstGeom prst="roundRect">
            <a:avLst/>
          </a:prstGeom>
          <a:blipFill dpi="0" rotWithShape="1">
            <a:blip r:embed="rId6"/>
            <a:srcRect/>
            <a:tile tx="-89535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8843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2C79-FB42-2298-0CE0-1C3F3B37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4466CBA7-C7D9-796D-EC74-81541A85D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03B5BD57-DB3D-D666-E0C0-E8489640DDE2}"/>
              </a:ext>
            </a:extLst>
          </p:cNvPr>
          <p:cNvSpPr/>
          <p:nvPr/>
        </p:nvSpPr>
        <p:spPr>
          <a:xfrm>
            <a:off x="10297078" y="2745054"/>
            <a:ext cx="3799870" cy="2284657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75577B07-4B99-3850-3A40-6A3AFA74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9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l-PL" sz="6000" dirty="0">
                <a:solidFill>
                  <a:schemeClr val="bg2"/>
                </a:solidFill>
              </a:rPr>
              <a:t>Games </a:t>
            </a:r>
            <a:r>
              <a:rPr lang="pl-PL" sz="6000" dirty="0" err="1">
                <a:solidFill>
                  <a:schemeClr val="bg2"/>
                </a:solidFill>
              </a:rPr>
              <a:t>piracy</a:t>
            </a:r>
            <a:endParaRPr lang="pl-PL" sz="6000" dirty="0">
              <a:solidFill>
                <a:schemeClr val="bg2"/>
              </a:solidFill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B4EDA799-6F22-7091-47B4-1BAF74F6226B}"/>
              </a:ext>
            </a:extLst>
          </p:cNvPr>
          <p:cNvSpPr/>
          <p:nvPr/>
        </p:nvSpPr>
        <p:spPr>
          <a:xfrm>
            <a:off x="2243086" y="1569138"/>
            <a:ext cx="7705828" cy="46331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7ACA967-3557-634C-52AA-E96C96B49AF1}"/>
              </a:ext>
            </a:extLst>
          </p:cNvPr>
          <p:cNvSpPr/>
          <p:nvPr/>
        </p:nvSpPr>
        <p:spPr>
          <a:xfrm>
            <a:off x="-1910584" y="2741665"/>
            <a:ext cx="3805506" cy="2288046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29941E7-8415-EBFE-B974-C34912A28F09}"/>
              </a:ext>
            </a:extLst>
          </p:cNvPr>
          <p:cNvSpPr/>
          <p:nvPr/>
        </p:nvSpPr>
        <p:spPr>
          <a:xfrm>
            <a:off x="14708847" y="2741665"/>
            <a:ext cx="3805506" cy="2288046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4D9580E-7440-D23B-6793-705887EB9BCA}"/>
              </a:ext>
            </a:extLst>
          </p:cNvPr>
          <p:cNvSpPr/>
          <p:nvPr/>
        </p:nvSpPr>
        <p:spPr>
          <a:xfrm>
            <a:off x="-6185041" y="2741665"/>
            <a:ext cx="3805505" cy="2288046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 t="-5000" r="-15000" b="-7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8691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6A9F-6F64-C508-90D2-6872F9CB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00AB613B-39B6-64BB-4823-198A3B7D5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ytuł 1">
            <a:extLst>
              <a:ext uri="{FF2B5EF4-FFF2-40B4-BE49-F238E27FC236}">
                <a16:creationId xmlns:a16="http://schemas.microsoft.com/office/drawing/2014/main" id="{14D05F10-9A20-32CA-A623-8860862F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9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l-PL" sz="6000" dirty="0">
                <a:solidFill>
                  <a:schemeClr val="bg2"/>
                </a:solidFill>
              </a:rPr>
              <a:t>Software </a:t>
            </a:r>
            <a:r>
              <a:rPr lang="pl-PL" sz="6000" dirty="0" err="1">
                <a:solidFill>
                  <a:schemeClr val="bg2"/>
                </a:solidFill>
              </a:rPr>
              <a:t>piracy</a:t>
            </a:r>
            <a:endParaRPr lang="pl-PL" sz="6000" dirty="0">
              <a:solidFill>
                <a:schemeClr val="bg2"/>
              </a:solidFill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9CBA89F2-1665-D58E-72D3-CC9EAC2BB0CA}"/>
              </a:ext>
            </a:extLst>
          </p:cNvPr>
          <p:cNvSpPr/>
          <p:nvPr/>
        </p:nvSpPr>
        <p:spPr>
          <a:xfrm>
            <a:off x="10297077" y="2741665"/>
            <a:ext cx="3799871" cy="228465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B3395CC-4595-5B8F-70AB-1DED49BC2099}"/>
              </a:ext>
            </a:extLst>
          </p:cNvPr>
          <p:cNvSpPr/>
          <p:nvPr/>
        </p:nvSpPr>
        <p:spPr>
          <a:xfrm>
            <a:off x="2243086" y="1569138"/>
            <a:ext cx="7705828" cy="46331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C96D1D25-93B4-B084-11BE-FE7EE945B1F9}"/>
              </a:ext>
            </a:extLst>
          </p:cNvPr>
          <p:cNvSpPr/>
          <p:nvPr/>
        </p:nvSpPr>
        <p:spPr>
          <a:xfrm>
            <a:off x="-6300657" y="2738278"/>
            <a:ext cx="3805504" cy="228804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9F48FC2-468C-83F5-EFCD-9D1470CC3D0C}"/>
              </a:ext>
            </a:extLst>
          </p:cNvPr>
          <p:cNvSpPr/>
          <p:nvPr/>
        </p:nvSpPr>
        <p:spPr>
          <a:xfrm>
            <a:off x="14850028" y="2738278"/>
            <a:ext cx="3799870" cy="2284657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5FDFD32-F73B-3723-E149-E66C4CA23605}"/>
              </a:ext>
            </a:extLst>
          </p:cNvPr>
          <p:cNvSpPr/>
          <p:nvPr/>
        </p:nvSpPr>
        <p:spPr>
          <a:xfrm>
            <a:off x="19223697" y="2741665"/>
            <a:ext cx="3805506" cy="2288046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9B158CB-D896-492D-8241-B94B8A28BBF6}"/>
              </a:ext>
            </a:extLst>
          </p:cNvPr>
          <p:cNvSpPr/>
          <p:nvPr/>
        </p:nvSpPr>
        <p:spPr>
          <a:xfrm>
            <a:off x="-1900246" y="2741665"/>
            <a:ext cx="3805505" cy="2288046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 t="-5000" r="-15000" b="-7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1264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55C5-0A4F-53A3-788C-2BD3DD6A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F7EDE7DD-7AC2-1561-92C7-189ED21C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ytuł 1">
            <a:extLst>
              <a:ext uri="{FF2B5EF4-FFF2-40B4-BE49-F238E27FC236}">
                <a16:creationId xmlns:a16="http://schemas.microsoft.com/office/drawing/2014/main" id="{9BBE224A-9AEA-0801-6F10-4026CFB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9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l-PL" sz="6000" dirty="0">
                <a:solidFill>
                  <a:schemeClr val="bg2"/>
                </a:solidFill>
              </a:rPr>
              <a:t>Music </a:t>
            </a:r>
            <a:r>
              <a:rPr lang="pl-PL" sz="6000" dirty="0" err="1">
                <a:solidFill>
                  <a:schemeClr val="bg2"/>
                </a:solidFill>
              </a:rPr>
              <a:t>piracy</a:t>
            </a:r>
            <a:endParaRPr lang="pl-PL" sz="6000" dirty="0">
              <a:solidFill>
                <a:schemeClr val="bg2"/>
              </a:solidFill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90F153AB-6939-974E-0540-DCEFAAAF085C}"/>
              </a:ext>
            </a:extLst>
          </p:cNvPr>
          <p:cNvSpPr/>
          <p:nvPr/>
        </p:nvSpPr>
        <p:spPr>
          <a:xfrm>
            <a:off x="14936674" y="2738278"/>
            <a:ext cx="3799871" cy="228465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0BFEFE15-FF00-DA83-6406-A426AD7F2049}"/>
              </a:ext>
            </a:extLst>
          </p:cNvPr>
          <p:cNvSpPr/>
          <p:nvPr/>
        </p:nvSpPr>
        <p:spPr>
          <a:xfrm>
            <a:off x="2243086" y="1567444"/>
            <a:ext cx="7705828" cy="4633100"/>
          </a:xfrm>
          <a:prstGeom prst="roundRect">
            <a:avLst/>
          </a:prstGeom>
          <a:blipFill dpi="0" rotWithShape="1">
            <a:blip r:embed="rId4"/>
            <a:srcRect/>
            <a:stretch>
              <a:fillRect l="-22000" t="-5000" r="-15000" b="-7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1FCB96AD-8090-A68E-6608-A645DB945892}"/>
              </a:ext>
            </a:extLst>
          </p:cNvPr>
          <p:cNvSpPr/>
          <p:nvPr/>
        </p:nvSpPr>
        <p:spPr>
          <a:xfrm>
            <a:off x="10292063" y="2738277"/>
            <a:ext cx="3799873" cy="2284659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3DDA341-8E19-A589-0EC0-507FA163FDD4}"/>
              </a:ext>
            </a:extLst>
          </p:cNvPr>
          <p:cNvSpPr/>
          <p:nvPr/>
        </p:nvSpPr>
        <p:spPr>
          <a:xfrm>
            <a:off x="-1905567" y="2734891"/>
            <a:ext cx="3805504" cy="228804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4386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0E726-9900-54D0-C793-3AED8F33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D2B7E01-57EE-6643-8013-C6B10F966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31ADE297-F362-1F33-AFB2-8A26BC8F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l-PL" sz="6000" dirty="0" err="1">
                <a:solidFill>
                  <a:schemeClr val="bg2"/>
                </a:solidFill>
              </a:rPr>
              <a:t>Statistics</a:t>
            </a:r>
            <a:endParaRPr lang="pl-PL" sz="6000" dirty="0">
              <a:solidFill>
                <a:schemeClr val="bg2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DD70FF5-6B6D-D248-93D1-D1879C95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111" y="1851659"/>
            <a:ext cx="8649778" cy="44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26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930A-FF96-518C-76E5-E669B152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2423F1-D6DE-7D4C-EA64-AD61BCFD9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" y="0"/>
            <a:ext cx="12186987" cy="686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F8DBFDE3-38B1-713D-E7FF-B95E406B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48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l-PL" sz="6000" dirty="0">
                <a:solidFill>
                  <a:schemeClr val="bg2"/>
                </a:solidFill>
              </a:rPr>
              <a:t>End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C6A0D6E-69F3-C1C3-B4F3-6245C624DEE5}"/>
              </a:ext>
            </a:extLst>
          </p:cNvPr>
          <p:cNvSpPr txBox="1"/>
          <p:nvPr/>
        </p:nvSpPr>
        <p:spPr>
          <a:xfrm>
            <a:off x="4254791" y="4137660"/>
            <a:ext cx="368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>
                <a:solidFill>
                  <a:schemeClr val="bg2"/>
                </a:solidFill>
              </a:rPr>
              <a:t>Thanks</a:t>
            </a:r>
            <a:r>
              <a:rPr lang="pl-PL" dirty="0">
                <a:solidFill>
                  <a:schemeClr val="bg2"/>
                </a:solidFill>
              </a:rPr>
              <a:t> for </a:t>
            </a:r>
            <a:r>
              <a:rPr lang="pl-PL" dirty="0" err="1">
                <a:solidFill>
                  <a:schemeClr val="bg2"/>
                </a:solidFill>
              </a:rPr>
              <a:t>watching</a:t>
            </a:r>
            <a:r>
              <a:rPr lang="pl-PL" dirty="0">
                <a:solidFill>
                  <a:schemeClr val="bg2"/>
                </a:solidFill>
              </a:rPr>
              <a:t> Igor Wickowski</a:t>
            </a:r>
          </a:p>
        </p:txBody>
      </p:sp>
    </p:spTree>
    <p:extLst>
      <p:ext uri="{BB962C8B-B14F-4D97-AF65-F5344CB8AC3E}">
        <p14:creationId xmlns:p14="http://schemas.microsoft.com/office/powerpoint/2010/main" val="1281507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31</Words>
  <Application>Microsoft Office PowerPoint</Application>
  <PresentationFormat>Panoramiczny</PresentationFormat>
  <Paragraphs>9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Why piracy is getting popular? (again)</vt:lpstr>
      <vt:lpstr>What is piracy?</vt:lpstr>
      <vt:lpstr>Movies &amp; TV piracy</vt:lpstr>
      <vt:lpstr>Games piracy</vt:lpstr>
      <vt:lpstr>Software piracy</vt:lpstr>
      <vt:lpstr>Music piracy</vt:lpstr>
      <vt:lpstr>Statistics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Wickowski</dc:creator>
  <cp:lastModifiedBy>Igor Wickowski</cp:lastModifiedBy>
  <cp:revision>1</cp:revision>
  <dcterms:created xsi:type="dcterms:W3CDTF">2025-11-26T16:21:47Z</dcterms:created>
  <dcterms:modified xsi:type="dcterms:W3CDTF">2025-11-26T17:46:28Z</dcterms:modified>
</cp:coreProperties>
</file>